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5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3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8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2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6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6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7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0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3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9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9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0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5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4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7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6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MX"/>
              <a:t>Perfilador Tipo puebla inox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PERFILADORES\TIPO PUEBLA\T.P INOX. 10CM.JPG" id="89" name="Google Shape;89;p14"/>
          <p:cNvPicPr preferRelativeResize="0"/>
          <p:nvPr/>
        </p:nvPicPr>
        <p:blipFill rotWithShape="1">
          <a:blip r:embed="rId3">
            <a:alphaModFix/>
          </a:blip>
          <a:srcRect b="17268" l="30366" r="238" t="25511"/>
          <a:stretch/>
        </p:blipFill>
        <p:spPr>
          <a:xfrm>
            <a:off x="683568" y="416435"/>
            <a:ext cx="8186440" cy="540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" name="Google Shape;90;p14"/>
          <p:cNvCxnSpPr/>
          <p:nvPr/>
        </p:nvCxnSpPr>
        <p:spPr>
          <a:xfrm>
            <a:off x="3343102" y="1196752"/>
            <a:ext cx="2448272" cy="3600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91" name="Google Shape;91;p14"/>
          <p:cNvSpPr txBox="1"/>
          <p:nvPr/>
        </p:nvSpPr>
        <p:spPr>
          <a:xfrm rot="526838">
            <a:off x="4222626" y="1082835"/>
            <a:ext cx="7920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PERFILADORES\TIPO PUEBLA\T.P INOX 11CM.JPG" id="96" name="Google Shape;96;p15"/>
          <p:cNvPicPr preferRelativeResize="0"/>
          <p:nvPr/>
        </p:nvPicPr>
        <p:blipFill rotWithShape="1">
          <a:blip r:embed="rId3">
            <a:alphaModFix/>
          </a:blip>
          <a:srcRect b="8398" l="15156" r="3123" t="22069"/>
          <a:stretch/>
        </p:blipFill>
        <p:spPr>
          <a:xfrm>
            <a:off x="683568" y="704850"/>
            <a:ext cx="7933146" cy="540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" name="Google Shape;97;p15"/>
          <p:cNvCxnSpPr/>
          <p:nvPr/>
        </p:nvCxnSpPr>
        <p:spPr>
          <a:xfrm>
            <a:off x="3131840" y="1268760"/>
            <a:ext cx="2880320" cy="4320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98" name="Google Shape;98;p15"/>
          <p:cNvSpPr txBox="1"/>
          <p:nvPr/>
        </p:nvSpPr>
        <p:spPr>
          <a:xfrm rot="474739">
            <a:off x="4283968" y="1196752"/>
            <a:ext cx="864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PERFILADORES\TIPO PUEBLA\TP INOX 12 CM.JPG" id="103" name="Google Shape;103;p16"/>
          <p:cNvPicPr preferRelativeResize="0"/>
          <p:nvPr/>
        </p:nvPicPr>
        <p:blipFill rotWithShape="1">
          <a:blip r:embed="rId3">
            <a:alphaModFix/>
          </a:blip>
          <a:srcRect b="14843" l="19298" r="4061" t="18653"/>
          <a:stretch/>
        </p:blipFill>
        <p:spPr>
          <a:xfrm>
            <a:off x="828675" y="371475"/>
            <a:ext cx="7778854" cy="540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" name="Google Shape;104;p16"/>
          <p:cNvCxnSpPr/>
          <p:nvPr/>
        </p:nvCxnSpPr>
        <p:spPr>
          <a:xfrm flipH="1" rot="10800000">
            <a:off x="3491880" y="983236"/>
            <a:ext cx="2736304" cy="3600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05" name="Google Shape;105;p16"/>
          <p:cNvSpPr txBox="1"/>
          <p:nvPr/>
        </p:nvSpPr>
        <p:spPr>
          <a:xfrm rot="-456678">
            <a:off x="4427983" y="834356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PERFILADORES\TIPO PUEBLA\TP INOX 13CM.JPG" id="110" name="Google Shape;110;p17"/>
          <p:cNvPicPr preferRelativeResize="0"/>
          <p:nvPr/>
        </p:nvPicPr>
        <p:blipFill rotWithShape="1">
          <a:blip r:embed="rId3">
            <a:alphaModFix/>
          </a:blip>
          <a:srcRect b="14843" l="24454" r="6171" t="25683"/>
          <a:stretch/>
        </p:blipFill>
        <p:spPr>
          <a:xfrm>
            <a:off x="395536" y="476672"/>
            <a:ext cx="7873891" cy="540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" name="Google Shape;111;p17"/>
          <p:cNvCxnSpPr/>
          <p:nvPr/>
        </p:nvCxnSpPr>
        <p:spPr>
          <a:xfrm>
            <a:off x="2615580" y="1124744"/>
            <a:ext cx="3312368" cy="4320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12" name="Google Shape;112;p17"/>
          <p:cNvSpPr txBox="1"/>
          <p:nvPr/>
        </p:nvSpPr>
        <p:spPr>
          <a:xfrm rot="416499">
            <a:off x="3875720" y="1027240"/>
            <a:ext cx="7920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PERFILADORES\TIPO PUEBLA\TP INOX 14CM.JPG" id="117" name="Google Shape;117;p18"/>
          <p:cNvPicPr preferRelativeResize="0"/>
          <p:nvPr/>
        </p:nvPicPr>
        <p:blipFill rotWithShape="1">
          <a:blip r:embed="rId3">
            <a:alphaModFix/>
          </a:blip>
          <a:srcRect b="18066" l="23985" r="4530" t="20996"/>
          <a:stretch/>
        </p:blipFill>
        <p:spPr>
          <a:xfrm>
            <a:off x="683568" y="600073"/>
            <a:ext cx="7918269" cy="540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" name="Google Shape;118;p18"/>
          <p:cNvCxnSpPr/>
          <p:nvPr/>
        </p:nvCxnSpPr>
        <p:spPr>
          <a:xfrm flipH="1">
            <a:off x="2771800" y="1124744"/>
            <a:ext cx="3816424" cy="50405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19" name="Google Shape;119;p18"/>
          <p:cNvSpPr txBox="1"/>
          <p:nvPr/>
        </p:nvSpPr>
        <p:spPr>
          <a:xfrm rot="-392252">
            <a:off x="4175956" y="1036919"/>
            <a:ext cx="10081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PERFILADORES\TIPO PUEBLA\TP INOX 15CM.JPG" id="124" name="Google Shape;124;p19"/>
          <p:cNvPicPr preferRelativeResize="0"/>
          <p:nvPr/>
        </p:nvPicPr>
        <p:blipFill rotWithShape="1">
          <a:blip r:embed="rId3">
            <a:alphaModFix/>
          </a:blip>
          <a:srcRect b="8106" l="22110" r="1926" t="18652"/>
          <a:stretch/>
        </p:blipFill>
        <p:spPr>
          <a:xfrm>
            <a:off x="1171574" y="371474"/>
            <a:ext cx="7000876" cy="540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5" name="Google Shape;125;p19"/>
          <p:cNvCxnSpPr/>
          <p:nvPr/>
        </p:nvCxnSpPr>
        <p:spPr>
          <a:xfrm>
            <a:off x="2843808" y="980728"/>
            <a:ext cx="2952328" cy="72008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26" name="Google Shape;126;p19"/>
          <p:cNvSpPr txBox="1"/>
          <p:nvPr/>
        </p:nvSpPr>
        <p:spPr>
          <a:xfrm rot="799413">
            <a:off x="3995936" y="1052736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PERFILADORES\TIPO PUEBLA\TP INOX 16 CM.JPG" id="131" name="Google Shape;131;p20"/>
          <p:cNvPicPr preferRelativeResize="0"/>
          <p:nvPr/>
        </p:nvPicPr>
        <p:blipFill rotWithShape="1">
          <a:blip r:embed="rId3">
            <a:alphaModFix/>
          </a:blip>
          <a:srcRect b="7422" l="5714" r="3410" t="9374"/>
          <a:stretch/>
        </p:blipFill>
        <p:spPr>
          <a:xfrm>
            <a:off x="899592" y="692696"/>
            <a:ext cx="7372350" cy="540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p20"/>
          <p:cNvCxnSpPr/>
          <p:nvPr/>
        </p:nvCxnSpPr>
        <p:spPr>
          <a:xfrm>
            <a:off x="3059832" y="1412776"/>
            <a:ext cx="3240360" cy="93610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33" name="Google Shape;133;p20"/>
          <p:cNvSpPr txBox="1"/>
          <p:nvPr/>
        </p:nvSpPr>
        <p:spPr>
          <a:xfrm rot="972205">
            <a:off x="4355976" y="1587964"/>
            <a:ext cx="7920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PERFILADORES\TIPO PUEBLA\TP INOX 17 CM.JPG" id="138" name="Google Shape;138;p21"/>
          <p:cNvPicPr preferRelativeResize="0"/>
          <p:nvPr/>
        </p:nvPicPr>
        <p:blipFill rotWithShape="1">
          <a:blip r:embed="rId3">
            <a:alphaModFix/>
          </a:blip>
          <a:srcRect b="12109" l="20277" r="0" t="17188"/>
          <a:stretch/>
        </p:blipFill>
        <p:spPr>
          <a:xfrm>
            <a:off x="870857" y="754812"/>
            <a:ext cx="7611241" cy="540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" name="Google Shape;139;p21"/>
          <p:cNvCxnSpPr/>
          <p:nvPr/>
        </p:nvCxnSpPr>
        <p:spPr>
          <a:xfrm flipH="1">
            <a:off x="2915816" y="1412776"/>
            <a:ext cx="3960440" cy="64807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40" name="Google Shape;140;p21"/>
          <p:cNvSpPr txBox="1"/>
          <p:nvPr/>
        </p:nvSpPr>
        <p:spPr>
          <a:xfrm rot="-562880">
            <a:off x="4308291" y="1455228"/>
            <a:ext cx="864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PERFILADORES\TIPO PUEBLA\TP INOX 19 CM.JPG" id="145" name="Google Shape;145;p22"/>
          <p:cNvPicPr preferRelativeResize="0"/>
          <p:nvPr/>
        </p:nvPicPr>
        <p:blipFill rotWithShape="1">
          <a:blip r:embed="rId3">
            <a:alphaModFix/>
          </a:blip>
          <a:srcRect b="8008" l="12500" r="1092" t="18750"/>
          <a:stretch/>
        </p:blipFill>
        <p:spPr>
          <a:xfrm>
            <a:off x="683568" y="620688"/>
            <a:ext cx="7963200" cy="540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6" name="Google Shape;146;p22"/>
          <p:cNvCxnSpPr/>
          <p:nvPr/>
        </p:nvCxnSpPr>
        <p:spPr>
          <a:xfrm>
            <a:off x="2483768" y="1484784"/>
            <a:ext cx="4320480" cy="72008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47" name="Google Shape;147;p22"/>
          <p:cNvSpPr txBox="1"/>
          <p:nvPr/>
        </p:nvSpPr>
        <p:spPr>
          <a:xfrm rot="520474">
            <a:off x="4378061" y="1558694"/>
            <a:ext cx="10081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PERFILADORES\TIPO PUEBLA\TP INOX 20 CM.JPG" id="152" name="Google Shape;152;p23"/>
          <p:cNvPicPr preferRelativeResize="0"/>
          <p:nvPr/>
        </p:nvPicPr>
        <p:blipFill rotWithShape="1">
          <a:blip r:embed="rId3">
            <a:alphaModFix/>
          </a:blip>
          <a:srcRect b="0" l="6875" r="0" t="17187"/>
          <a:stretch/>
        </p:blipFill>
        <p:spPr>
          <a:xfrm>
            <a:off x="899592" y="620688"/>
            <a:ext cx="7590566" cy="540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3" name="Google Shape;153;p23"/>
          <p:cNvCxnSpPr/>
          <p:nvPr/>
        </p:nvCxnSpPr>
        <p:spPr>
          <a:xfrm>
            <a:off x="2518420" y="1340768"/>
            <a:ext cx="4680520" cy="7920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54" name="Google Shape;154;p23"/>
          <p:cNvSpPr txBox="1"/>
          <p:nvPr/>
        </p:nvSpPr>
        <p:spPr>
          <a:xfrm rot="462333">
            <a:off x="4520852" y="1397030"/>
            <a:ext cx="864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PERFILADORES\TIPO PUEBLA\TP INOX 21CM.JPG" id="159" name="Google Shape;159;p24"/>
          <p:cNvPicPr preferRelativeResize="0"/>
          <p:nvPr/>
        </p:nvPicPr>
        <p:blipFill rotWithShape="1">
          <a:blip r:embed="rId3">
            <a:alphaModFix/>
          </a:blip>
          <a:srcRect b="4004" l="9688" r="10624" t="22754"/>
          <a:stretch/>
        </p:blipFill>
        <p:spPr>
          <a:xfrm>
            <a:off x="1115616" y="771525"/>
            <a:ext cx="7344000" cy="540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24"/>
          <p:cNvCxnSpPr/>
          <p:nvPr/>
        </p:nvCxnSpPr>
        <p:spPr>
          <a:xfrm flipH="1">
            <a:off x="2555776" y="1556792"/>
            <a:ext cx="4392488" cy="72008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61" name="Google Shape;161;p24"/>
          <p:cNvSpPr txBox="1"/>
          <p:nvPr/>
        </p:nvSpPr>
        <p:spPr>
          <a:xfrm rot="-526847">
            <a:off x="4307534" y="1628889"/>
            <a:ext cx="7891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PERFILADORES\TIPO PUEBLA\TP INOX 21CM.JPG" id="166" name="Google Shape;166;p25"/>
          <p:cNvPicPr preferRelativeResize="0"/>
          <p:nvPr/>
        </p:nvPicPr>
        <p:blipFill rotWithShape="1">
          <a:blip r:embed="rId3">
            <a:alphaModFix/>
          </a:blip>
          <a:srcRect b="6641" l="8750" r="7108" t="24805"/>
          <a:stretch/>
        </p:blipFill>
        <p:spPr>
          <a:xfrm>
            <a:off x="539552" y="954410"/>
            <a:ext cx="8284615" cy="540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" name="Google Shape;167;p25"/>
          <p:cNvCxnSpPr/>
          <p:nvPr/>
        </p:nvCxnSpPr>
        <p:spPr>
          <a:xfrm flipH="1">
            <a:off x="2123728" y="1628800"/>
            <a:ext cx="4752528" cy="7920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68" name="Google Shape;168;p25"/>
          <p:cNvSpPr txBox="1"/>
          <p:nvPr/>
        </p:nvSpPr>
        <p:spPr>
          <a:xfrm rot="-561285">
            <a:off x="3970538" y="1717299"/>
            <a:ext cx="8626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PERFILADORES\TIPO PUEBLA\TP INOX 22CM.JPG" id="173" name="Google Shape;173;p26"/>
          <p:cNvPicPr preferRelativeResize="0"/>
          <p:nvPr/>
        </p:nvPicPr>
        <p:blipFill rotWithShape="1">
          <a:blip r:embed="rId3">
            <a:alphaModFix/>
          </a:blip>
          <a:srcRect b="11131" l="11094" r="1094" t="23047"/>
          <a:stretch/>
        </p:blipFill>
        <p:spPr>
          <a:xfrm>
            <a:off x="0" y="800100"/>
            <a:ext cx="9005341" cy="540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" name="Google Shape;174;p26"/>
          <p:cNvCxnSpPr/>
          <p:nvPr/>
        </p:nvCxnSpPr>
        <p:spPr>
          <a:xfrm>
            <a:off x="1619672" y="1556792"/>
            <a:ext cx="5832648" cy="4320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75" name="Google Shape;175;p26"/>
          <p:cNvSpPr txBox="1"/>
          <p:nvPr/>
        </p:nvSpPr>
        <p:spPr>
          <a:xfrm rot="247920">
            <a:off x="4120591" y="1436276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/>
        </p:nvSpPr>
        <p:spPr>
          <a:xfrm>
            <a:off x="1547664" y="1714484"/>
            <a:ext cx="655272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6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puebla sencillo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PERFILADORES\TIPO PUEBLA\TP NORMAL\TP NORMAL 10CM.JPG" id="185" name="Google Shape;185;p28"/>
          <p:cNvPicPr preferRelativeResize="0"/>
          <p:nvPr/>
        </p:nvPicPr>
        <p:blipFill rotWithShape="1">
          <a:blip r:embed="rId3">
            <a:alphaModFix/>
          </a:blip>
          <a:srcRect b="11328" l="12501" r="1718" t="14844"/>
          <a:stretch/>
        </p:blipFill>
        <p:spPr>
          <a:xfrm>
            <a:off x="683568" y="692696"/>
            <a:ext cx="7842857" cy="540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6" name="Google Shape;186;p28"/>
          <p:cNvCxnSpPr/>
          <p:nvPr/>
        </p:nvCxnSpPr>
        <p:spPr>
          <a:xfrm>
            <a:off x="3756645" y="1772816"/>
            <a:ext cx="2232248" cy="50405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87" name="Google Shape;187;p28"/>
          <p:cNvSpPr txBox="1"/>
          <p:nvPr/>
        </p:nvSpPr>
        <p:spPr>
          <a:xfrm rot="700170">
            <a:off x="4499992" y="1712373"/>
            <a:ext cx="864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PERFILADORES\TIPO PUEBLA\TP NORMAL\TP NORMAL 11CM.JPG" id="192" name="Google Shape;192;p29"/>
          <p:cNvPicPr preferRelativeResize="0"/>
          <p:nvPr/>
        </p:nvPicPr>
        <p:blipFill rotWithShape="1">
          <a:blip r:embed="rId3">
            <a:alphaModFix/>
          </a:blip>
          <a:srcRect b="14842" l="10859" r="-2266" t="12207"/>
          <a:stretch/>
        </p:blipFill>
        <p:spPr>
          <a:xfrm>
            <a:off x="395536" y="769293"/>
            <a:ext cx="8457831" cy="540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3" name="Google Shape;193;p29"/>
          <p:cNvCxnSpPr/>
          <p:nvPr/>
        </p:nvCxnSpPr>
        <p:spPr>
          <a:xfrm>
            <a:off x="3275856" y="1844824"/>
            <a:ext cx="2880320" cy="2880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94" name="Google Shape;194;p29"/>
          <p:cNvSpPr txBox="1"/>
          <p:nvPr/>
        </p:nvSpPr>
        <p:spPr>
          <a:xfrm rot="294914">
            <a:off x="4211960" y="1700808"/>
            <a:ext cx="864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PERFILADORES\TIPO PUEBLA\TP NORMAL\TP NORMAL 12 CM.JPG" id="199" name="Google Shape;199;p30"/>
          <p:cNvPicPr preferRelativeResize="0"/>
          <p:nvPr/>
        </p:nvPicPr>
        <p:blipFill rotWithShape="1">
          <a:blip r:embed="rId3">
            <a:alphaModFix/>
          </a:blip>
          <a:srcRect b="12695" l="3916" r="5493" t="16601"/>
          <a:stretch/>
        </p:blipFill>
        <p:spPr>
          <a:xfrm>
            <a:off x="209550" y="692696"/>
            <a:ext cx="8648700" cy="540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0" name="Google Shape;200;p30"/>
          <p:cNvCxnSpPr/>
          <p:nvPr/>
        </p:nvCxnSpPr>
        <p:spPr>
          <a:xfrm flipH="1">
            <a:off x="2949724" y="1776264"/>
            <a:ext cx="3168352" cy="2880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01" name="Google Shape;201;p30"/>
          <p:cNvSpPr txBox="1"/>
          <p:nvPr/>
        </p:nvSpPr>
        <p:spPr>
          <a:xfrm rot="-311964">
            <a:off x="4056130" y="1625027"/>
            <a:ext cx="7920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PERFILADORES\TIPO PUEBLA\TP NORMAL\TP NORMAL 13 CM.JPG" id="206" name="Google Shape;206;p31"/>
          <p:cNvPicPr preferRelativeResize="0"/>
          <p:nvPr/>
        </p:nvPicPr>
        <p:blipFill rotWithShape="1">
          <a:blip r:embed="rId3">
            <a:alphaModFix/>
          </a:blip>
          <a:srcRect b="14842" l="14375" r="5937" t="16211"/>
          <a:stretch/>
        </p:blipFill>
        <p:spPr>
          <a:xfrm>
            <a:off x="755576" y="620688"/>
            <a:ext cx="7801700" cy="540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7" name="Google Shape;207;p31"/>
          <p:cNvCxnSpPr/>
          <p:nvPr/>
        </p:nvCxnSpPr>
        <p:spPr>
          <a:xfrm>
            <a:off x="3419872" y="1484784"/>
            <a:ext cx="3168352" cy="7920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08" name="Google Shape;208;p31"/>
          <p:cNvSpPr txBox="1"/>
          <p:nvPr/>
        </p:nvSpPr>
        <p:spPr>
          <a:xfrm rot="821396">
            <a:off x="4716016" y="1556792"/>
            <a:ext cx="7920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PERFILADORES\TIPO PUEBLA\TP NORMAL\TP NORMAL 13 CM.JPG" id="213" name="Google Shape;213;p32"/>
          <p:cNvPicPr preferRelativeResize="0"/>
          <p:nvPr/>
        </p:nvPicPr>
        <p:blipFill rotWithShape="1">
          <a:blip r:embed="rId3">
            <a:alphaModFix/>
          </a:blip>
          <a:srcRect b="9180" l="8906" r="1093" t="12695"/>
          <a:stretch/>
        </p:blipFill>
        <p:spPr>
          <a:xfrm>
            <a:off x="827584" y="764704"/>
            <a:ext cx="7776000" cy="540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4" name="Google Shape;214;p32"/>
          <p:cNvCxnSpPr/>
          <p:nvPr/>
        </p:nvCxnSpPr>
        <p:spPr>
          <a:xfrm>
            <a:off x="3635896" y="1772816"/>
            <a:ext cx="2808312" cy="72008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15" name="Google Shape;215;p32"/>
          <p:cNvSpPr txBox="1"/>
          <p:nvPr/>
        </p:nvSpPr>
        <p:spPr>
          <a:xfrm rot="942056">
            <a:off x="4715584" y="1833706"/>
            <a:ext cx="10085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PERFILADORES\TIPO PUEBLA\TP NORMAL\TP NORMAL 15CM.JPG" id="220" name="Google Shape;220;p33"/>
          <p:cNvPicPr preferRelativeResize="0"/>
          <p:nvPr/>
        </p:nvPicPr>
        <p:blipFill rotWithShape="1">
          <a:blip r:embed="rId3">
            <a:alphaModFix/>
          </a:blip>
          <a:srcRect b="9570" l="16249" r="1953" t="14845"/>
          <a:stretch/>
        </p:blipFill>
        <p:spPr>
          <a:xfrm>
            <a:off x="1115615" y="548680"/>
            <a:ext cx="7304651" cy="540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1" name="Google Shape;221;p33"/>
          <p:cNvCxnSpPr/>
          <p:nvPr/>
        </p:nvCxnSpPr>
        <p:spPr>
          <a:xfrm>
            <a:off x="3419872" y="1412776"/>
            <a:ext cx="2880320" cy="7920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22" name="Google Shape;222;p33"/>
          <p:cNvSpPr txBox="1"/>
          <p:nvPr/>
        </p:nvSpPr>
        <p:spPr>
          <a:xfrm rot="955118">
            <a:off x="4499992" y="1484784"/>
            <a:ext cx="7920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PERFILADORES\TIPO PUEBLA\TP NORMAL\TP NORMAL 16CM.JPG" id="227" name="Google Shape;227;p34"/>
          <p:cNvPicPr preferRelativeResize="0"/>
          <p:nvPr/>
        </p:nvPicPr>
        <p:blipFill rotWithShape="1">
          <a:blip r:embed="rId3">
            <a:alphaModFix/>
          </a:blip>
          <a:srcRect b="20116" l="15469" r="10469" t="21289"/>
          <a:stretch/>
        </p:blipFill>
        <p:spPr>
          <a:xfrm>
            <a:off x="361950" y="628650"/>
            <a:ext cx="8532000" cy="540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8" name="Google Shape;228;p34"/>
          <p:cNvCxnSpPr/>
          <p:nvPr/>
        </p:nvCxnSpPr>
        <p:spPr>
          <a:xfrm flipH="1">
            <a:off x="2771800" y="1412776"/>
            <a:ext cx="3384376" cy="57606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29" name="Google Shape;229;p34"/>
          <p:cNvSpPr txBox="1"/>
          <p:nvPr/>
        </p:nvSpPr>
        <p:spPr>
          <a:xfrm rot="-601489">
            <a:off x="4023311" y="1347416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PERFILADORES\TIPO PUEBLA\TP NORMAL\TP NORMAL 17CM.JPG" id="234" name="Google Shape;234;p35"/>
          <p:cNvPicPr preferRelativeResize="0"/>
          <p:nvPr/>
        </p:nvPicPr>
        <p:blipFill rotWithShape="1">
          <a:blip r:embed="rId3">
            <a:alphaModFix/>
          </a:blip>
          <a:srcRect b="7811" l="4766" r="3829" t="14844"/>
          <a:stretch/>
        </p:blipFill>
        <p:spPr>
          <a:xfrm>
            <a:off x="683568" y="692696"/>
            <a:ext cx="7977273" cy="540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5" name="Google Shape;235;p35"/>
          <p:cNvCxnSpPr/>
          <p:nvPr/>
        </p:nvCxnSpPr>
        <p:spPr>
          <a:xfrm>
            <a:off x="3059832" y="1844824"/>
            <a:ext cx="3384376" cy="57606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36" name="Google Shape;236;p35"/>
          <p:cNvSpPr txBox="1"/>
          <p:nvPr/>
        </p:nvSpPr>
        <p:spPr>
          <a:xfrm rot="457556">
            <a:off x="4448986" y="1844825"/>
            <a:ext cx="7920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PERFILADORES\TIPO PUEBLA\TP NORMAL\TP NORMAL 18CM.JPG" id="241" name="Google Shape;241;p36"/>
          <p:cNvPicPr preferRelativeResize="0"/>
          <p:nvPr/>
        </p:nvPicPr>
        <p:blipFill rotWithShape="1">
          <a:blip r:embed="rId3">
            <a:alphaModFix/>
          </a:blip>
          <a:srcRect b="20703" l="6874" r="12501" t="14843"/>
          <a:stretch/>
        </p:blipFill>
        <p:spPr>
          <a:xfrm>
            <a:off x="360849" y="692696"/>
            <a:ext cx="8443636" cy="540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2" name="Google Shape;242;p36"/>
          <p:cNvCxnSpPr/>
          <p:nvPr/>
        </p:nvCxnSpPr>
        <p:spPr>
          <a:xfrm>
            <a:off x="2699792" y="1844824"/>
            <a:ext cx="4248472" cy="32119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43" name="Google Shape;243;p36"/>
          <p:cNvSpPr txBox="1"/>
          <p:nvPr/>
        </p:nvSpPr>
        <p:spPr>
          <a:xfrm rot="247632">
            <a:off x="4283968" y="1597700"/>
            <a:ext cx="10801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PERFILADORES\TIPO PUEBLA\TP NORMAL\TP NORMAL 20CM.JPG" id="248" name="Google Shape;248;p37"/>
          <p:cNvPicPr preferRelativeResize="0"/>
          <p:nvPr/>
        </p:nvPicPr>
        <p:blipFill rotWithShape="1">
          <a:blip r:embed="rId3">
            <a:alphaModFix/>
          </a:blip>
          <a:srcRect b="17968" l="9376" r="7500" t="14843"/>
          <a:stretch/>
        </p:blipFill>
        <p:spPr>
          <a:xfrm>
            <a:off x="467544" y="764704"/>
            <a:ext cx="8351163" cy="540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9" name="Google Shape;249;p37"/>
          <p:cNvCxnSpPr/>
          <p:nvPr/>
        </p:nvCxnSpPr>
        <p:spPr>
          <a:xfrm>
            <a:off x="2411760" y="1844824"/>
            <a:ext cx="4104456" cy="3600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50" name="Google Shape;250;p37"/>
          <p:cNvSpPr txBox="1"/>
          <p:nvPr/>
        </p:nvSpPr>
        <p:spPr>
          <a:xfrm rot="329675">
            <a:off x="4069020" y="1655394"/>
            <a:ext cx="7899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PERFILADORES\TIPO PUEBLA\TP NORMAL\TP NORMAL 20CM.JPG" id="255" name="Google Shape;255;p38"/>
          <p:cNvPicPr preferRelativeResize="0"/>
          <p:nvPr/>
        </p:nvPicPr>
        <p:blipFill rotWithShape="1">
          <a:blip r:embed="rId3">
            <a:alphaModFix/>
          </a:blip>
          <a:srcRect b="17968" l="9376" r="7500" t="14843"/>
          <a:stretch/>
        </p:blipFill>
        <p:spPr>
          <a:xfrm>
            <a:off x="467544" y="764704"/>
            <a:ext cx="8351163" cy="540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6" name="Google Shape;256;p38"/>
          <p:cNvCxnSpPr/>
          <p:nvPr/>
        </p:nvCxnSpPr>
        <p:spPr>
          <a:xfrm>
            <a:off x="2411760" y="1844824"/>
            <a:ext cx="4104456" cy="3600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57" name="Google Shape;257;p38"/>
          <p:cNvSpPr txBox="1"/>
          <p:nvPr/>
        </p:nvSpPr>
        <p:spPr>
          <a:xfrm rot="329675">
            <a:off x="4069020" y="1655394"/>
            <a:ext cx="7899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PERFILADORES\TIPO PUEBLA\TP NORMAL\TP NORMAL 21CM.JPG" id="262" name="Google Shape;262;p39"/>
          <p:cNvPicPr preferRelativeResize="0"/>
          <p:nvPr/>
        </p:nvPicPr>
        <p:blipFill rotWithShape="1">
          <a:blip r:embed="rId3">
            <a:alphaModFix/>
          </a:blip>
          <a:srcRect b="19375" l="12500" r="12500" t="17187"/>
          <a:stretch/>
        </p:blipFill>
        <p:spPr>
          <a:xfrm>
            <a:off x="539552" y="908720"/>
            <a:ext cx="7980296" cy="540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3" name="Google Shape;263;p39"/>
          <p:cNvCxnSpPr/>
          <p:nvPr/>
        </p:nvCxnSpPr>
        <p:spPr>
          <a:xfrm>
            <a:off x="2267744" y="2060848"/>
            <a:ext cx="4752528" cy="4320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64" name="Google Shape;264;p39"/>
          <p:cNvSpPr txBox="1"/>
          <p:nvPr/>
        </p:nvSpPr>
        <p:spPr>
          <a:xfrm rot="328834">
            <a:off x="4248786" y="1860483"/>
            <a:ext cx="862450" cy="3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PERFILADORES\TIPO PUEBLA\TP NORMAL\TP NORMAL 21CM.JPG" id="269" name="Google Shape;269;p40"/>
          <p:cNvPicPr preferRelativeResize="0"/>
          <p:nvPr/>
        </p:nvPicPr>
        <p:blipFill rotWithShape="1">
          <a:blip r:embed="rId3">
            <a:alphaModFix/>
          </a:blip>
          <a:srcRect b="18872" l="14843" r="12501" t="16296"/>
          <a:stretch/>
        </p:blipFill>
        <p:spPr>
          <a:xfrm>
            <a:off x="971600" y="908720"/>
            <a:ext cx="7564538" cy="540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0" name="Google Shape;270;p40"/>
          <p:cNvCxnSpPr/>
          <p:nvPr/>
        </p:nvCxnSpPr>
        <p:spPr>
          <a:xfrm>
            <a:off x="2411760" y="2060848"/>
            <a:ext cx="4647792" cy="2880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71" name="Google Shape;271;p40"/>
          <p:cNvSpPr txBox="1"/>
          <p:nvPr/>
        </p:nvSpPr>
        <p:spPr>
          <a:xfrm rot="270749">
            <a:off x="4442295" y="1876181"/>
            <a:ext cx="8758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1"/>
          <p:cNvSpPr txBox="1"/>
          <p:nvPr/>
        </p:nvSpPr>
        <p:spPr>
          <a:xfrm>
            <a:off x="1619672" y="1844824"/>
            <a:ext cx="583264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6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Duplex sencillo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PERFILADORES\duplex normal\10cm.JPG" id="281" name="Google Shape;281;p42"/>
          <p:cNvPicPr preferRelativeResize="0"/>
          <p:nvPr/>
        </p:nvPicPr>
        <p:blipFill rotWithShape="1">
          <a:blip r:embed="rId3">
            <a:alphaModFix/>
          </a:blip>
          <a:srcRect b="0" l="5170" r="0" t="25710"/>
          <a:stretch/>
        </p:blipFill>
        <p:spPr>
          <a:xfrm>
            <a:off x="251520" y="1031419"/>
            <a:ext cx="8616253" cy="540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2" name="Google Shape;282;p42"/>
          <p:cNvCxnSpPr/>
          <p:nvPr/>
        </p:nvCxnSpPr>
        <p:spPr>
          <a:xfrm>
            <a:off x="1835696" y="2132856"/>
            <a:ext cx="1584176" cy="21602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83" name="Google Shape;283;p42"/>
          <p:cNvSpPr txBox="1"/>
          <p:nvPr/>
        </p:nvSpPr>
        <p:spPr>
          <a:xfrm rot="502562">
            <a:off x="2339752" y="2348880"/>
            <a:ext cx="864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PERFILADORES\duplex normal\12cm.JPG" id="288" name="Google Shape;288;p43"/>
          <p:cNvPicPr preferRelativeResize="0"/>
          <p:nvPr/>
        </p:nvPicPr>
        <p:blipFill rotWithShape="1">
          <a:blip r:embed="rId3">
            <a:alphaModFix/>
          </a:blip>
          <a:srcRect b="11861" l="22557" r="0" t="12074"/>
          <a:stretch/>
        </p:blipFill>
        <p:spPr>
          <a:xfrm>
            <a:off x="1226126" y="639670"/>
            <a:ext cx="7306313" cy="57410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9" name="Google Shape;289;p43"/>
          <p:cNvCxnSpPr/>
          <p:nvPr/>
        </p:nvCxnSpPr>
        <p:spPr>
          <a:xfrm>
            <a:off x="2915816" y="1844824"/>
            <a:ext cx="1728192" cy="57606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90" name="Google Shape;290;p43"/>
          <p:cNvSpPr txBox="1"/>
          <p:nvPr/>
        </p:nvSpPr>
        <p:spPr>
          <a:xfrm rot="1085810">
            <a:off x="3347864" y="2132857"/>
            <a:ext cx="864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PERFILADORES\duplex normal\12 cm1.JPG" id="295" name="Google Shape;295;p44"/>
          <p:cNvPicPr preferRelativeResize="0"/>
          <p:nvPr/>
        </p:nvPicPr>
        <p:blipFill rotWithShape="1">
          <a:blip r:embed="rId3">
            <a:alphaModFix/>
          </a:blip>
          <a:srcRect b="12286" l="8408" r="5681" t="14844"/>
          <a:stretch/>
        </p:blipFill>
        <p:spPr>
          <a:xfrm>
            <a:off x="683568" y="548680"/>
            <a:ext cx="7957894" cy="540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6" name="Google Shape;296;p44"/>
          <p:cNvCxnSpPr/>
          <p:nvPr/>
        </p:nvCxnSpPr>
        <p:spPr>
          <a:xfrm>
            <a:off x="2267744" y="1556792"/>
            <a:ext cx="1944216" cy="50405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97" name="Google Shape;297;p44"/>
          <p:cNvSpPr txBox="1"/>
          <p:nvPr/>
        </p:nvSpPr>
        <p:spPr>
          <a:xfrm rot="914299">
            <a:off x="2732939" y="1876181"/>
            <a:ext cx="10138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PERFILADORES\duplex normal\14cm.JPG" id="302" name="Google Shape;302;p45"/>
          <p:cNvPicPr preferRelativeResize="0"/>
          <p:nvPr/>
        </p:nvPicPr>
        <p:blipFill rotWithShape="1">
          <a:blip r:embed="rId3">
            <a:alphaModFix/>
          </a:blip>
          <a:srcRect b="9328" l="1653" r="3618" t="13836"/>
          <a:stretch/>
        </p:blipFill>
        <p:spPr>
          <a:xfrm>
            <a:off x="323528" y="1124744"/>
            <a:ext cx="8322120" cy="540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3" name="Google Shape;303;p45"/>
          <p:cNvCxnSpPr/>
          <p:nvPr/>
        </p:nvCxnSpPr>
        <p:spPr>
          <a:xfrm>
            <a:off x="5004048" y="2780928"/>
            <a:ext cx="2376264" cy="14401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304" name="Google Shape;304;p45"/>
          <p:cNvSpPr txBox="1"/>
          <p:nvPr/>
        </p:nvSpPr>
        <p:spPr>
          <a:xfrm rot="293384">
            <a:off x="5829270" y="2826812"/>
            <a:ext cx="7258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PERFILADORES\duplex normal\14 cm1.JPG" id="309" name="Google Shape;309;p46"/>
          <p:cNvPicPr preferRelativeResize="0"/>
          <p:nvPr/>
        </p:nvPicPr>
        <p:blipFill rotWithShape="1">
          <a:blip r:embed="rId3">
            <a:alphaModFix/>
          </a:blip>
          <a:srcRect b="14844" l="2614" r="1760" t="19957"/>
          <a:stretch/>
        </p:blipFill>
        <p:spPr>
          <a:xfrm>
            <a:off x="10585" y="1340768"/>
            <a:ext cx="8936496" cy="48744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0" name="Google Shape;310;p46"/>
          <p:cNvCxnSpPr/>
          <p:nvPr/>
        </p:nvCxnSpPr>
        <p:spPr>
          <a:xfrm>
            <a:off x="1619672" y="2492896"/>
            <a:ext cx="2592288" cy="14401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311" name="Google Shape;311;p46"/>
          <p:cNvSpPr txBox="1"/>
          <p:nvPr/>
        </p:nvSpPr>
        <p:spPr>
          <a:xfrm rot="296374">
            <a:off x="2555775" y="2636912"/>
            <a:ext cx="7200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PERFILADORES\duplex normal\15cm 1.JPG" id="316" name="Google Shape;316;p47"/>
          <p:cNvPicPr preferRelativeResize="0"/>
          <p:nvPr/>
        </p:nvPicPr>
        <p:blipFill rotWithShape="1">
          <a:blip r:embed="rId3">
            <a:alphaModFix/>
          </a:blip>
          <a:srcRect b="16952" l="7625" r="6687" t="20937"/>
          <a:stretch/>
        </p:blipFill>
        <p:spPr>
          <a:xfrm>
            <a:off x="23976" y="1536702"/>
            <a:ext cx="8766760" cy="50835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7" name="Google Shape;317;p47"/>
          <p:cNvCxnSpPr/>
          <p:nvPr/>
        </p:nvCxnSpPr>
        <p:spPr>
          <a:xfrm flipH="1" rot="10800000">
            <a:off x="4644008" y="2492896"/>
            <a:ext cx="2880320" cy="21602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318" name="Google Shape;318;p47"/>
          <p:cNvSpPr txBox="1"/>
          <p:nvPr/>
        </p:nvSpPr>
        <p:spPr>
          <a:xfrm rot="-276632">
            <a:off x="5796136" y="2565250"/>
            <a:ext cx="7920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PERFILADORES\duplex normal\15cm 1.JPG" id="323" name="Google Shape;323;p48"/>
          <p:cNvPicPr preferRelativeResize="0"/>
          <p:nvPr/>
        </p:nvPicPr>
        <p:blipFill rotWithShape="1">
          <a:blip r:embed="rId3">
            <a:alphaModFix/>
          </a:blip>
          <a:srcRect b="19956" l="6364" r="6364" t="22727"/>
          <a:stretch/>
        </p:blipFill>
        <p:spPr>
          <a:xfrm>
            <a:off x="107504" y="1556792"/>
            <a:ext cx="8992554" cy="47246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4" name="Google Shape;324;p48"/>
          <p:cNvCxnSpPr/>
          <p:nvPr/>
        </p:nvCxnSpPr>
        <p:spPr>
          <a:xfrm flipH="1" rot="10800000">
            <a:off x="1547664" y="2636912"/>
            <a:ext cx="2664296" cy="21602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325" name="Google Shape;325;p48"/>
          <p:cNvSpPr txBox="1"/>
          <p:nvPr/>
        </p:nvSpPr>
        <p:spPr>
          <a:xfrm rot="-207839">
            <a:off x="2555777" y="2736210"/>
            <a:ext cx="11521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PERFILADORES\duplex normal\17cm1.JPG" id="330" name="Google Shape;330;p49"/>
          <p:cNvPicPr preferRelativeResize="0"/>
          <p:nvPr/>
        </p:nvPicPr>
        <p:blipFill rotWithShape="1">
          <a:blip r:embed="rId3">
            <a:alphaModFix/>
          </a:blip>
          <a:srcRect b="10408" l="0" r="12500" t="14845"/>
          <a:stretch/>
        </p:blipFill>
        <p:spPr>
          <a:xfrm>
            <a:off x="611560" y="620688"/>
            <a:ext cx="7901695" cy="540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1" name="Google Shape;331;p49"/>
          <p:cNvCxnSpPr/>
          <p:nvPr/>
        </p:nvCxnSpPr>
        <p:spPr>
          <a:xfrm flipH="1" rot="10800000">
            <a:off x="1547664" y="2348880"/>
            <a:ext cx="2448272" cy="64807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332" name="Google Shape;332;p49"/>
          <p:cNvSpPr txBox="1"/>
          <p:nvPr/>
        </p:nvSpPr>
        <p:spPr>
          <a:xfrm rot="-773004">
            <a:off x="2526577" y="2650582"/>
            <a:ext cx="8102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0"/>
          <p:cNvSpPr txBox="1"/>
          <p:nvPr/>
        </p:nvSpPr>
        <p:spPr>
          <a:xfrm>
            <a:off x="2843808" y="2204864"/>
            <a:ext cx="36004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Duplex inox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estadia\PERFILADORES\duplex inox\10cm inox.JPG" id="342" name="Google Shape;342;p51"/>
          <p:cNvPicPr preferRelativeResize="0"/>
          <p:nvPr/>
        </p:nvPicPr>
        <p:blipFill rotWithShape="1">
          <a:blip r:embed="rId3">
            <a:alphaModFix/>
          </a:blip>
          <a:srcRect b="7664" l="23048" r="17404" t="6817"/>
          <a:stretch/>
        </p:blipFill>
        <p:spPr>
          <a:xfrm>
            <a:off x="899592" y="1052736"/>
            <a:ext cx="7503886" cy="512354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3" name="Google Shape;343;p51"/>
          <p:cNvCxnSpPr/>
          <p:nvPr/>
        </p:nvCxnSpPr>
        <p:spPr>
          <a:xfrm>
            <a:off x="2699792" y="3068960"/>
            <a:ext cx="151216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344" name="Google Shape;344;p51"/>
          <p:cNvSpPr txBox="1"/>
          <p:nvPr/>
        </p:nvSpPr>
        <p:spPr>
          <a:xfrm>
            <a:off x="3131840" y="3028310"/>
            <a:ext cx="864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estadia\PERFILADORES\duplex inox\11cm inox.JPG" id="349" name="Google Shape;349;p52"/>
          <p:cNvPicPr preferRelativeResize="0"/>
          <p:nvPr/>
        </p:nvPicPr>
        <p:blipFill rotWithShape="1">
          <a:blip r:embed="rId3">
            <a:alphaModFix/>
          </a:blip>
          <a:srcRect b="10996" l="20573" r="21970" t="12268"/>
          <a:stretch/>
        </p:blipFill>
        <p:spPr>
          <a:xfrm>
            <a:off x="169699" y="908720"/>
            <a:ext cx="8504401" cy="540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0" name="Google Shape;350;p52"/>
          <p:cNvCxnSpPr/>
          <p:nvPr/>
        </p:nvCxnSpPr>
        <p:spPr>
          <a:xfrm flipH="1" rot="10800000">
            <a:off x="1835696" y="2780928"/>
            <a:ext cx="1800200" cy="14401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351" name="Google Shape;351;p52"/>
          <p:cNvSpPr txBox="1"/>
          <p:nvPr/>
        </p:nvSpPr>
        <p:spPr>
          <a:xfrm rot="-324768">
            <a:off x="2571189" y="2822558"/>
            <a:ext cx="9001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estadia\PERFILADORES\duplex inox\13cm.JPG" id="356" name="Google Shape;356;p53"/>
          <p:cNvPicPr preferRelativeResize="0"/>
          <p:nvPr/>
        </p:nvPicPr>
        <p:blipFill rotWithShape="1">
          <a:blip r:embed="rId3">
            <a:alphaModFix/>
          </a:blip>
          <a:srcRect b="1670" l="20270" r="13719" t="19051"/>
          <a:stretch/>
        </p:blipFill>
        <p:spPr>
          <a:xfrm>
            <a:off x="179512" y="1052736"/>
            <a:ext cx="8318500" cy="47498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7" name="Google Shape;357;p53"/>
          <p:cNvCxnSpPr/>
          <p:nvPr/>
        </p:nvCxnSpPr>
        <p:spPr>
          <a:xfrm>
            <a:off x="1907704" y="2780928"/>
            <a:ext cx="201622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358" name="Google Shape;358;p53"/>
          <p:cNvSpPr txBox="1"/>
          <p:nvPr/>
        </p:nvSpPr>
        <p:spPr>
          <a:xfrm>
            <a:off x="2555776" y="2740278"/>
            <a:ext cx="10081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estadia\PERFILADORES\duplex inox\14cm.JPG" id="363" name="Google Shape;363;p54"/>
          <p:cNvPicPr preferRelativeResize="0"/>
          <p:nvPr/>
        </p:nvPicPr>
        <p:blipFill rotWithShape="1">
          <a:blip r:embed="rId3">
            <a:alphaModFix/>
          </a:blip>
          <a:srcRect b="3576" l="24301" r="17548" t="25623"/>
          <a:stretch/>
        </p:blipFill>
        <p:spPr>
          <a:xfrm>
            <a:off x="899592" y="1196752"/>
            <a:ext cx="7327900" cy="4241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4" name="Google Shape;364;p54"/>
          <p:cNvCxnSpPr/>
          <p:nvPr/>
        </p:nvCxnSpPr>
        <p:spPr>
          <a:xfrm>
            <a:off x="2411760" y="2564904"/>
            <a:ext cx="172819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365" name="Google Shape;365;p54"/>
          <p:cNvSpPr txBox="1"/>
          <p:nvPr/>
        </p:nvSpPr>
        <p:spPr>
          <a:xfrm>
            <a:off x="2987824" y="2564904"/>
            <a:ext cx="864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:\inox\14cm.JPG" id="370" name="Google Shape;370;p55"/>
          <p:cNvPicPr preferRelativeResize="0"/>
          <p:nvPr/>
        </p:nvPicPr>
        <p:blipFill rotWithShape="1">
          <a:blip r:embed="rId3">
            <a:alphaModFix/>
          </a:blip>
          <a:srcRect b="8150" l="24891" r="21090" t="15296"/>
          <a:stretch/>
        </p:blipFill>
        <p:spPr>
          <a:xfrm>
            <a:off x="611560" y="836712"/>
            <a:ext cx="8014557" cy="540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1" name="Google Shape;371;p55"/>
          <p:cNvCxnSpPr/>
          <p:nvPr/>
        </p:nvCxnSpPr>
        <p:spPr>
          <a:xfrm>
            <a:off x="2123728" y="2348880"/>
            <a:ext cx="2160240" cy="14401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372" name="Google Shape;372;p55"/>
          <p:cNvSpPr txBox="1"/>
          <p:nvPr/>
        </p:nvSpPr>
        <p:spPr>
          <a:xfrm rot="227569">
            <a:off x="2987824" y="2422218"/>
            <a:ext cx="7920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:\inox\15cm.JPG" id="377" name="Google Shape;377;p56"/>
          <p:cNvPicPr preferRelativeResize="0"/>
          <p:nvPr/>
        </p:nvPicPr>
        <p:blipFill rotWithShape="1">
          <a:blip r:embed="rId3">
            <a:alphaModFix/>
          </a:blip>
          <a:srcRect b="4140" l="25766" r="11391" t="8029"/>
          <a:stretch/>
        </p:blipFill>
        <p:spPr>
          <a:xfrm>
            <a:off x="683568" y="905635"/>
            <a:ext cx="8126559" cy="540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8" name="Google Shape;378;p56"/>
          <p:cNvCxnSpPr/>
          <p:nvPr/>
        </p:nvCxnSpPr>
        <p:spPr>
          <a:xfrm flipH="1" rot="10800000">
            <a:off x="2123728" y="2564904"/>
            <a:ext cx="2304256" cy="3600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379" name="Google Shape;379;p56"/>
          <p:cNvSpPr txBox="1"/>
          <p:nvPr/>
        </p:nvSpPr>
        <p:spPr>
          <a:xfrm rot="-454402">
            <a:off x="2987823" y="2740278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:\inox\16cm.JPG" id="384" name="Google Shape;384;p57"/>
          <p:cNvPicPr preferRelativeResize="0"/>
          <p:nvPr/>
        </p:nvPicPr>
        <p:blipFill rotWithShape="1">
          <a:blip r:embed="rId3">
            <a:alphaModFix/>
          </a:blip>
          <a:srcRect b="7710" l="26569" r="13718" t="13434"/>
          <a:stretch/>
        </p:blipFill>
        <p:spPr>
          <a:xfrm>
            <a:off x="971600" y="1231405"/>
            <a:ext cx="7524750" cy="472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5" name="Google Shape;385;p57"/>
          <p:cNvCxnSpPr/>
          <p:nvPr/>
        </p:nvCxnSpPr>
        <p:spPr>
          <a:xfrm flipH="1">
            <a:off x="2267744" y="2564904"/>
            <a:ext cx="2232248" cy="3600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386" name="Google Shape;386;p57"/>
          <p:cNvSpPr txBox="1"/>
          <p:nvPr/>
        </p:nvSpPr>
        <p:spPr>
          <a:xfrm rot="-613032">
            <a:off x="3157458" y="2685067"/>
            <a:ext cx="9001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:\inox\17cm.1.JPG" id="391" name="Google Shape;391;p58"/>
          <p:cNvPicPr preferRelativeResize="0"/>
          <p:nvPr/>
        </p:nvPicPr>
        <p:blipFill rotWithShape="1">
          <a:blip r:embed="rId3">
            <a:alphaModFix/>
          </a:blip>
          <a:srcRect b="0" l="22487" r="6462" t="-239"/>
          <a:stretch/>
        </p:blipFill>
        <p:spPr>
          <a:xfrm>
            <a:off x="611560" y="764704"/>
            <a:ext cx="8050753" cy="540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2" name="Google Shape;392;p58"/>
          <p:cNvCxnSpPr/>
          <p:nvPr/>
        </p:nvCxnSpPr>
        <p:spPr>
          <a:xfrm flipH="1" rot="10800000">
            <a:off x="1619672" y="2564904"/>
            <a:ext cx="2736304" cy="3600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393" name="Google Shape;393;p58"/>
          <p:cNvSpPr txBox="1"/>
          <p:nvPr/>
        </p:nvSpPr>
        <p:spPr>
          <a:xfrm rot="-451231">
            <a:off x="2792314" y="2773646"/>
            <a:ext cx="8501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9"/>
          <p:cNvSpPr txBox="1"/>
          <p:nvPr/>
        </p:nvSpPr>
        <p:spPr>
          <a:xfrm>
            <a:off x="2915816" y="1988840"/>
            <a:ext cx="367240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Doble Normal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estadia\PERFILADORES\doble normal\doble 10cm1.JPG" id="403" name="Google Shape;403;p60"/>
          <p:cNvPicPr preferRelativeResize="0"/>
          <p:nvPr/>
        </p:nvPicPr>
        <p:blipFill rotWithShape="1">
          <a:blip r:embed="rId3">
            <a:alphaModFix/>
          </a:blip>
          <a:srcRect b="8877" l="27425" r="13719" t="14387"/>
          <a:stretch/>
        </p:blipFill>
        <p:spPr>
          <a:xfrm>
            <a:off x="611560" y="1299097"/>
            <a:ext cx="7416800" cy="45973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4" name="Google Shape;404;p60"/>
          <p:cNvCxnSpPr/>
          <p:nvPr/>
        </p:nvCxnSpPr>
        <p:spPr>
          <a:xfrm>
            <a:off x="1979712" y="2204863"/>
            <a:ext cx="2160240" cy="15450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405" name="Google Shape;405;p60"/>
          <p:cNvSpPr txBox="1"/>
          <p:nvPr/>
        </p:nvSpPr>
        <p:spPr>
          <a:xfrm rot="165858">
            <a:off x="2708284" y="2221808"/>
            <a:ext cx="7116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estadia\PERFILADORES\doble normal\11cm.JPG" id="410" name="Google Shape;410;p61"/>
          <p:cNvPicPr preferRelativeResize="0"/>
          <p:nvPr/>
        </p:nvPicPr>
        <p:blipFill rotWithShape="1">
          <a:blip r:embed="rId3">
            <a:alphaModFix/>
          </a:blip>
          <a:srcRect b="8877" l="25812" r="10795" t="9299"/>
          <a:stretch/>
        </p:blipFill>
        <p:spPr>
          <a:xfrm>
            <a:off x="395536" y="982217"/>
            <a:ext cx="7988300" cy="4902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1" name="Google Shape;411;p61"/>
          <p:cNvCxnSpPr/>
          <p:nvPr/>
        </p:nvCxnSpPr>
        <p:spPr>
          <a:xfrm>
            <a:off x="1979712" y="2132856"/>
            <a:ext cx="2160240" cy="14401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412" name="Google Shape;412;p61"/>
          <p:cNvSpPr txBox="1"/>
          <p:nvPr/>
        </p:nvSpPr>
        <p:spPr>
          <a:xfrm rot="222951">
            <a:off x="2699981" y="2169607"/>
            <a:ext cx="7197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2"/>
          <p:cNvSpPr txBox="1"/>
          <p:nvPr/>
        </p:nvSpPr>
        <p:spPr>
          <a:xfrm>
            <a:off x="1187624" y="2132856"/>
            <a:ext cx="698477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Doble normal invertido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estadia\PERFILADORES\doble invertido\10cm.JPG" id="422" name="Google Shape;422;p63"/>
          <p:cNvPicPr preferRelativeResize="0"/>
          <p:nvPr/>
        </p:nvPicPr>
        <p:blipFill rotWithShape="1">
          <a:blip r:embed="rId3">
            <a:alphaModFix/>
          </a:blip>
          <a:srcRect b="3291" l="17096" r="18972" t="8291"/>
          <a:stretch/>
        </p:blipFill>
        <p:spPr>
          <a:xfrm>
            <a:off x="425668" y="930166"/>
            <a:ext cx="8056179" cy="52972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3" name="Google Shape;423;p63"/>
          <p:cNvCxnSpPr/>
          <p:nvPr/>
        </p:nvCxnSpPr>
        <p:spPr>
          <a:xfrm>
            <a:off x="2411760" y="4149080"/>
            <a:ext cx="2160240" cy="14401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424" name="Google Shape;424;p63"/>
          <p:cNvSpPr txBox="1"/>
          <p:nvPr/>
        </p:nvSpPr>
        <p:spPr>
          <a:xfrm rot="249230">
            <a:off x="3131839" y="3898170"/>
            <a:ext cx="7200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ANTIN\Documents\estadia\PERFILADORES\doble invertido\11cm.JPG" id="429" name="Google Shape;429;p64"/>
          <p:cNvPicPr preferRelativeResize="0"/>
          <p:nvPr/>
        </p:nvPicPr>
        <p:blipFill rotWithShape="1">
          <a:blip r:embed="rId3">
            <a:alphaModFix/>
          </a:blip>
          <a:srcRect b="8917" l="20286" r="20038" t="14047"/>
          <a:stretch/>
        </p:blipFill>
        <p:spPr>
          <a:xfrm>
            <a:off x="484094" y="908721"/>
            <a:ext cx="8247530" cy="50617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0" name="Google Shape;430;p64"/>
          <p:cNvCxnSpPr/>
          <p:nvPr/>
        </p:nvCxnSpPr>
        <p:spPr>
          <a:xfrm>
            <a:off x="2267744" y="4077072"/>
            <a:ext cx="2304256" cy="14401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431" name="Google Shape;431;p64"/>
          <p:cNvSpPr txBox="1"/>
          <p:nvPr/>
        </p:nvSpPr>
        <p:spPr>
          <a:xfrm rot="295897">
            <a:off x="2987824" y="3861047"/>
            <a:ext cx="864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